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8.xml"/><Relationship Id="rId17" Type="http://schemas.openxmlformats.org/officeDocument/2006/relationships/font" Target="fonts/OpenSans-regular.fntdata"/><Relationship Id="rId16" Type="http://schemas.openxmlformats.org/officeDocument/2006/relationships/font" Target="fonts/PTSansNarrow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e0b60f31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e0b60f31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0b60f31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e0b60f31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e0b60f31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e0b60f31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e0b60f31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e0b60f31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e0b60f31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e0b60f31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e0b60f31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e0b60f31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e0b60f31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e0b60f31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e0b60f31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e0b60f31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22"/>
              <a:t>Elastic Buffer</a:t>
            </a:r>
            <a:endParaRPr/>
          </a:p>
        </p:txBody>
      </p: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3494400" y="2877375"/>
            <a:ext cx="429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  K.LOKESH</a:t>
            </a:r>
            <a:endParaRPr b="1" sz="3600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57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Chipweave Technologies Private Limited</a:t>
            </a:r>
            <a:endParaRPr b="1" sz="2257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277350" y="0"/>
            <a:ext cx="85893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Elastic Buffer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115600" y="717750"/>
            <a:ext cx="8925900" cy="4013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 buffer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small FIFO memory used between two clock domains to absorb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differences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preventing data loss or overflow during data transfer.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clock domain crossing (CDC) situations.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clock skew, jitter, and rate mismatch.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Temporarily stores data to smoothen data flow.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used in high-speed interfaces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(PCIe, USB, Ethernet, UCIe).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277350" y="0"/>
            <a:ext cx="85893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Elastic Buffer in PIPE Interface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115600" y="564075"/>
            <a:ext cx="8925900" cy="4474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(PHY Interface for PCI Express), an elastic buffer is used at the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compensate for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differences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the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(Link layer clock) and the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(recovered clock).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 (PIPE Flow)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 Rx recovers clock from incoming serial data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written into the elastic buffer using the recovered Rx clock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 reads data using the local reference clock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elastic buffer absorbs: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drift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SSC (Spread Spectrum Clocking) differences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frequency mismatches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277350" y="0"/>
            <a:ext cx="85893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Elastic Buffer in PIPE Interface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115600" y="564075"/>
            <a:ext cx="8925900" cy="2440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Elastic Buffer Is Needed in PIPE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 and PHY clocks are not perfectly synchronized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buffer underflow or overflow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continuous, error-free data delivery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277350" y="0"/>
            <a:ext cx="85893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Elastic Buffer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115600" y="564075"/>
            <a:ext cx="8925900" cy="4456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an example of an </a:t>
            </a:r>
            <a:r>
              <a:rPr b="1"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 buffer implemented using a shift register (delay line) and a read pointer</a:t>
            </a: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sits between two different clocks: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b="1"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Write Clock  (from CDR / PHY side)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b="1"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 Clock   (from MAC side)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2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623" y="977273"/>
            <a:ext cx="4919875" cy="318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277350" y="0"/>
            <a:ext cx="85893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Elastic Buffer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115600" y="564075"/>
            <a:ext cx="8925900" cy="4456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1️⃣ CDR1 (Clock Data Recovery)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Recovers the clock from incoming serial data.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recovered clock becomes the Write Clock.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written into the shift register using this clock.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2️⃣ Shift Register = Delay Line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Acts like a </a:t>
            </a:r>
            <a:r>
              <a:rPr b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temporary storage pipeline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flip-flop stores one stage of data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write clock ticks, data shifts forward stage by stage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like a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moving conveyor belt of data.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2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277350" y="0"/>
            <a:ext cx="85893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Elastic Buffer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115600" y="564075"/>
            <a:ext cx="8925900" cy="4456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3️⃣ Read Pointer (Multiplexer Control)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curved arrow shows the read pointer movement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read pointer selects which stage of the shift register to read from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by the Read Clock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write clock is slightly faster → pointer adjusts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read clock is slightly faster → pointer adjusts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prevents: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Overflow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8288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■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Underflow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b="1"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Out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data is sent to the MAC using the Read Clock.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2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